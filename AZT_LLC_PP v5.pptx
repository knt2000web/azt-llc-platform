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5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2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83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a0038a-ca40-449f-885a-8910577ff9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18" y="1673352"/>
            <a:ext cx="7310763" cy="417627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6493" y="621337"/>
            <a:ext cx="4887227" cy="93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TRADING LLC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343752" y="5794407"/>
            <a:ext cx="4456496" cy="743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&amp; Operational Solutions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| Defense | Maritime | 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07d0b50c-d934-40c7-9f8a-a4b67db740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254" y="4020472"/>
            <a:ext cx="3657600" cy="206654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Positioning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1809549"/>
            <a:ext cx="6126480" cy="260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structures and delivers integrated capability programs across aviation, defense, maritime, security, and industrial support environments.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act as a single coordination point between global suppliers and institutional, commercial, and humanitarian clients.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 combines strategic structuring, operational execution, and long-term sustainment in one accountable platform.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complex, regulated, and mission-critical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4664" y="76809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AZT Difference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123444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assemble the entire ecosystem into a working solution.”</a:t>
            </a:r>
          </a:p>
        </p:txBody>
      </p:sp>
      <p:sp>
        <p:nvSpPr>
          <p:cNvPr id="9" name="Shape 6"/>
          <p:cNvSpPr/>
          <p:nvPr/>
        </p:nvSpPr>
        <p:spPr>
          <a:xfrm>
            <a:off x="896112" y="2111301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  <a:effectLst>
            <a:outerShdw blurRad="1905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96696" y="2331720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access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14984" y="2743200"/>
            <a:ext cx="1399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Aircraft, systems, equipment, and specialist partners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283464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  <a:effectLst>
            <a:outerShdw blurRad="1905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62656" y="2331720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integration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80944" y="2743200"/>
            <a:ext cx="1399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Configuration, compliance, logistics, and delivery management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800600" y="214884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  <a:effectLst>
            <a:outerShdw blurRad="19050" dist="1524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28616" y="2331720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outcome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46904" y="2743200"/>
            <a:ext cx="1399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Mission-ready capability with training and sustainment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265176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17720" y="2788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840" y="480060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pic>
        <p:nvPicPr>
          <p:cNvPr id="25" name="Graphic 24" descr="Venn diagram outline">
            <a:extLst>
              <a:ext uri="{FF2B5EF4-FFF2-40B4-BE49-F238E27FC236}">
                <a16:creationId xmlns:a16="http://schemas.microsoft.com/office/drawing/2014/main" id="{C8BAC945-CF01-D68A-5A01-1B6CACAC0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9439" y="4697129"/>
            <a:ext cx="2166296" cy="16935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2560320"/>
            <a:ext cx="1828800" cy="96012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94760" y="28163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185623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public entities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657600" y="141732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158191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operators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commercial groups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73952" y="185623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NGOs &amp;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humanitarian missions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52" y="423367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critical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firms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657600" y="4343400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30752" y="4507992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disaster relief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036067" y="4360244"/>
            <a:ext cx="1783080" cy="74980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8FA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07224" y="466344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Industrial, energy,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specialized programs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697480" y="2441448"/>
            <a:ext cx="960120" cy="438912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44568" y="2176272"/>
            <a:ext cx="27432" cy="384048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2441448"/>
            <a:ext cx="0" cy="438912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97480" y="4434840"/>
            <a:ext cx="960120" cy="0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4343400"/>
            <a:ext cx="0" cy="0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4434840"/>
            <a:ext cx="0" cy="0"/>
          </a:xfrm>
          <a:prstGeom prst="line">
            <a:avLst/>
          </a:prstGeom>
          <a:noFill/>
          <a:ln w="12700">
            <a:solidFill>
              <a:srgbClr val="8FA4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Capability Portfolio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99339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Rotary and fixed-wing platforms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configuration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and lifecycle support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99339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01768" y="2286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systems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Ammunition and vehicles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defense packages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959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patrol vessels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surveillance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security support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4800600" y="3794760"/>
            <a:ext cx="3246120" cy="1234440"/>
          </a:xfrm>
          <a:prstGeom prst="round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3959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01768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protection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response systems</a:t>
            </a:r>
            <a:endParaRPr lang="en-US" sz="910" dirty="0"/>
          </a:p>
          <a:p>
            <a:pPr marL="0" indent="0" algn="ctr">
              <a:buNone/>
            </a:pPr>
            <a:r>
              <a:rPr lang="en-US" sz="9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field support</a:t>
            </a:r>
            <a:endParaRPr lang="en-US" sz="9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Capability Programs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3232" y="11155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Mission-ready aviation solutions structured around platform access, configuration, deployment, and sustainment.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1737360" cy="256032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1248" y="2468880"/>
            <a:ext cx="1481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Fixed-wing and rotary aircraft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Hawk and Mi-series opportunities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mission and utility configurations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3017520" y="1828800"/>
            <a:ext cx="1737360" cy="256032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0896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127248" y="2468880"/>
            <a:ext cx="1481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Avionics and systems upgrades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package alignment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documentation support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5303520" y="1828800"/>
            <a:ext cx="1737360" cy="256032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94960" y="20299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13248" y="2468880"/>
            <a:ext cx="14813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and lifecycle services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readiness enablement
</a:t>
            </a:r>
            <a:endParaRPr lang="en-US" sz="940" dirty="0"/>
          </a:p>
          <a:p>
            <a:pPr marL="127000" indent="-127000">
              <a:buSzPct val="100000"/>
              <a:buChar char="•"/>
            </a:pPr>
            <a:r>
              <a:rPr lang="en-US" sz="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 parts and long-term support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868680" y="4892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 SAR | Medevac | Patrol | Utility support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Defense, Maritime &amp; Security Solutions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1737360" cy="274320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2395728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systems and ammunition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Armored and specialized vehicles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Program-level delivery for regulated environments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017520" y="1783080"/>
            <a:ext cx="1737360" cy="274320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0896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127248" y="2395728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OPV and coastal surveillance support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security program structuring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across suppliers and services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303520" y="1783080"/>
            <a:ext cx="1737360" cy="2743200"/>
          </a:xfrm>
          <a:prstGeom prst="roundRect">
            <a:avLst/>
          </a:prstGeom>
          <a:solidFill>
            <a:srgbClr val="123A62"/>
          </a:solidFill>
          <a:ln w="12700">
            <a:solidFill>
              <a:srgbClr val="345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13248" y="2395728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protection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response, and field support
</a:t>
            </a:r>
            <a:endParaRPr lang="en-US" sz="920" dirty="0"/>
          </a:p>
          <a:p>
            <a:pPr marL="127000" indent="-127000">
              <a:buSzPct val="100000"/>
              <a:buChar char="•"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and specialized operational solutions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1005840" y="4892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public, commercial, and humanitarian operating contexts.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 &amp; Strategic Presence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214884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977640" y="169164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26517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977640" y="3886200"/>
            <a:ext cx="960120" cy="868680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48463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51560" y="5074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partner network supporting cross-border programs, regulated delivery, and localized execution where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AZT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deliver isolated products.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96596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integrated operational capability.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34440" y="27889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of accountability across multiple suppliers and workstreams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Full-cycle support from structuring and sourcing to deployment and sustainment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for government, commercial, humanitarian, and industrial applications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"/>
          </a:xfrm>
          <a:prstGeom prst="rect">
            <a:avLst/>
          </a:prstGeom>
          <a:solidFill>
            <a:srgbClr val="0C304B"/>
          </a:solidFill>
          <a:ln w="12700">
            <a:solidFill>
              <a:srgbClr val="0C30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73152"/>
            <a:ext cx="5120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| Strategic Solutions, Powered by Global Expertise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64592" y="64739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1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 Strategic &amp; Operational Solutions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7434072" y="512064"/>
            <a:ext cx="14447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logo_extracts/slide1_8a973d3cf722b95214900088cfe12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621336"/>
            <a:ext cx="1243584" cy="732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389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15544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Mission-ready capability assembled and delivered end-to-end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vision paired with operational execution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AZT LLC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74520" y="4480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&amp; Operational Solutions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620</Words>
  <Application>Microsoft Office PowerPoint</Application>
  <PresentationFormat>On-screen Show (4:3)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AZT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AZT LLC Strategic and Operational Solutions</dc:title>
  <dc:subject>AZT LLC Integrated Portfolio</dc:subject>
  <dc:creator>OpenAI</dc:creator>
  <cp:lastModifiedBy>Norma Rodas-Svedarsky</cp:lastModifiedBy>
  <cp:revision>3</cp:revision>
  <dcterms:created xsi:type="dcterms:W3CDTF">2026-04-02T16:19:23Z</dcterms:created>
  <dcterms:modified xsi:type="dcterms:W3CDTF">2026-04-02T19:27:04Z</dcterms:modified>
</cp:coreProperties>
</file>