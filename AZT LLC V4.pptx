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5" autoAdjust="0"/>
    <p:restoredTop sz="94610"/>
  </p:normalViewPr>
  <p:slideViewPr>
    <p:cSldViewPr snapToGrid="0" snapToObjects="1">
      <p:cViewPr>
        <p:scale>
          <a:sx n="83" d="100"/>
          <a:sy n="83" d="100"/>
        </p:scale>
        <p:origin x="78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77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Strategic Solutions, Powered by Global Expertise</a:t>
            </a:r>
          </a:p>
          <a:p>
            <a:endParaRPr/>
          </a:p>
          <a:p>
            <a:r>
              <a:t>Integrated Capability Programs for Government &amp; Commercial Sectors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933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TRADING LLC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194560" y="333756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Operational Solutions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| Defense | Maritime | 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AZT LLC assembles and delivers complete operational ecosystems.</a:t>
            </a:r>
          </a:p>
          <a:p>
            <a:endParaRPr/>
          </a:p>
          <a:p>
            <a:r>
              <a:t>We integrate global suppliers into mission-ready solutions for government, commercial, and humanitarian clients.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Positioning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325880"/>
            <a:ext cx="6126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structures and delivers integrated capability programs across aviation, defense, maritime, security, and industrial support environments.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act as a single coordination point between global suppliers and institutional, commercial, and humanitarian clients.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 combines strategic structuring, operational execution, and long-term sustainment in one accountable platform.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complex, regulated, and mission-critical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We deliver end-to-end capability:</a:t>
            </a:r>
          </a:p>
          <a:p>
            <a:endParaRPr/>
          </a:p>
          <a:p>
            <a:r>
              <a:t>• Strategy &amp; Program Structuring</a:t>
            </a:r>
          </a:p>
          <a:p>
            <a:r>
              <a:t>• Global Access &amp; Sourcing</a:t>
            </a:r>
          </a:p>
          <a:p>
            <a:r>
              <a:t>• Integration &amp; Customization</a:t>
            </a:r>
          </a:p>
          <a:p>
            <a:r>
              <a:t>• Delivery &amp; Deployment</a:t>
            </a:r>
          </a:p>
          <a:p>
            <a:r>
              <a:t>• Training &amp; Sustainment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AZT Difference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123444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assemble the entire ecosystem into a working solution.”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9669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access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498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systems, equipment, and specialist partners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283464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6265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integration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8094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compliance, logistics, and delivery management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80060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2861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outcome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4690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capability with training and sustainment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265176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840" y="480060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3C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supply chains to coordinated operational capability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• Governments &amp; Defense Ministries</a:t>
            </a:r>
          </a:p>
          <a:p>
            <a:r>
              <a:t>• Private Aviation &amp; Security Operators</a:t>
            </a:r>
          </a:p>
          <a:p>
            <a:r>
              <a:t>• Industrial &amp; Infrastructure Companies</a:t>
            </a:r>
          </a:p>
          <a:p>
            <a:r>
              <a:t>• NGOs &amp; Humanitarian Organizations</a:t>
            </a:r>
          </a:p>
          <a:p>
            <a:endParaRPr/>
          </a:p>
          <a:p>
            <a:r>
              <a:t>Adapted solutions for each operational environment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Full-Cycle Offering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definition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structuring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1490472" y="281635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8308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3794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sourcing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alignment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2953512" y="281635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0098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planning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4416552" y="281635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6402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execution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5879592" y="281635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2706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readiness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transfer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342632" y="281635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35240" y="251460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90104" y="29718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MRO, spares,</a:t>
            </a:r>
            <a:endParaRPr lang="en-US" sz="770" dirty="0"/>
          </a:p>
          <a:p>
            <a:pPr marL="0" indent="0" algn="ctr"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lifecycle support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960120" y="46177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manages the process end-to-end so clients receive a complete, ready-to-operate solution rather than disconnected products or suppliers.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From concept to capability:</a:t>
            </a:r>
          </a:p>
          <a:p>
            <a:endParaRPr/>
          </a:p>
          <a:p>
            <a:r>
              <a:t>Strategy → Access → Integration → Delivery → Training → Sustainment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1828800" cy="96012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94760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185623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public entities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657600" y="141732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158191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operators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commercial groups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3952" y="185623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 &amp;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humanitarian missions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42336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critical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firms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657600" y="434340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30752" y="450799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disaster relief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400800" y="406908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73952" y="42336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Industrial, energy,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specialized programs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697480" y="2441448"/>
            <a:ext cx="960120" cy="438912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44568" y="2176272"/>
            <a:ext cx="27432" cy="384048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441448"/>
            <a:ext cx="0" cy="438912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97480" y="4434840"/>
            <a:ext cx="96012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4343400"/>
            <a:ext cx="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4434840"/>
            <a:ext cx="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We deliver complete programs, not individual products:</a:t>
            </a:r>
          </a:p>
          <a:p>
            <a:endParaRPr/>
          </a:p>
          <a:p>
            <a:r>
              <a:t>• Aviation Programs</a:t>
            </a:r>
          </a:p>
          <a:p>
            <a:r>
              <a:t>• Defense Systems</a:t>
            </a:r>
          </a:p>
          <a:p>
            <a:r>
              <a:t>• Security &amp; Surveillance</a:t>
            </a:r>
          </a:p>
          <a:p>
            <a:r>
              <a:t>• Industrial Capabilities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Capability Portfolio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9933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Rotary and fixed-wing platforms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configuration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and lifecycle support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systems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Ammunition and vehicles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defense packages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59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patrol vessels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surveillance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security support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4800600" y="379476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959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01768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protection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response systems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field support</a:t>
            </a:r>
            <a:endParaRPr lang="en-US" sz="9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• Fixed &amp; rotary aircraft (including special mission)</a:t>
            </a:r>
          </a:p>
          <a:p>
            <a:r>
              <a:t>• Black Hawk &amp; multi-platform access</a:t>
            </a:r>
          </a:p>
          <a:p>
            <a:r>
              <a:t>• Avionics &amp; mission system integration</a:t>
            </a:r>
          </a:p>
          <a:p>
            <a:r>
              <a:t>• MRO &amp; lifecycle support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Capability Programs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" y="1115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aviation solutions structured around platform access, configuration, deployment, and sustainment.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Fixed-wing and rotary aircraft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Hawk and Mi-series opportunities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mission and utility configurations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3017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08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27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Avionics and systems upgrades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package alignment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documentation support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5303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94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13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and lifecycle services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readiness enablement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 parts and long-term support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868680" y="4892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SAR | Medevac | Patrol | Utility support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• Weapons systems &amp; ammunition</a:t>
            </a:r>
          </a:p>
          <a:p>
            <a:r>
              <a:t>• Armored vehicles (military &amp; civil)</a:t>
            </a:r>
          </a:p>
          <a:p>
            <a:r>
              <a:t>• Integrated defense solutions</a:t>
            </a:r>
          </a:p>
          <a:p>
            <a:r>
              <a:t>• Logistics &amp; sustainment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Defense, Maritime &amp; Security Solutions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systems and ammunition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Armored and specialized vehicles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Program-level delivery for regulated environments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017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08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127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OPV and coastal surveillance support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security program structuring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across suppliers and services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303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13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protection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response, and field support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and specialized operational solutions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1005840" y="4892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public, commercial, and humanitarian operating contexts.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• Surveillance &amp; monitoring systems</a:t>
            </a:r>
          </a:p>
          <a:p>
            <a:r>
              <a:t>• Critical infrastructure protection</a:t>
            </a:r>
          </a:p>
          <a:p>
            <a:r>
              <a:t>• Mining &amp; industrial capabilities</a:t>
            </a:r>
          </a:p>
          <a:p>
            <a:r>
              <a:t>• Specialized equipment sourcing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011680" cy="96012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suppliers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specialist partners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277063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Platforms, systems, equipment,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support services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2331720"/>
            <a:ext cx="2011680" cy="96012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9312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9312" y="277063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Structuring, integration,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coordination, and accountability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446520" y="2331720"/>
            <a:ext cx="2011680" cy="96012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277063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Institutional, commercial,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humanitarian applications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880360" y="27066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27066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3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1560" y="4251960"/>
            <a:ext cx="1234440" cy="566928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4439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4251960"/>
            <a:ext cx="1234440" cy="566928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44439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4251960"/>
            <a:ext cx="1234440" cy="566928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69080" y="44439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251960"/>
            <a:ext cx="1234440" cy="566928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44439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5212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Single-point execution across the full program lifecycle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Global Suppliers → AZT LLC → Multi-Sector Clients</a:t>
            </a:r>
          </a:p>
          <a:p>
            <a:endParaRPr/>
          </a:p>
          <a:p>
            <a:r>
              <a:t>Single point of accountability</a:t>
            </a:r>
          </a:p>
          <a:p>
            <a:r>
              <a:t>Integrated program delivery</a:t>
            </a:r>
          </a:p>
          <a:p>
            <a:r>
              <a:t>Discreet and compliant execution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 &amp; Strategic Presence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21488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977640" y="16916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26517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977640" y="388620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48463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5074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partner network supporting cross-border programs, regulated delivery, and localized execution where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• Program integrator (not broker)</a:t>
            </a:r>
          </a:p>
          <a:p>
            <a:r>
              <a:t>• Full lifecycle delivery</a:t>
            </a:r>
          </a:p>
          <a:p>
            <a:r>
              <a:t>• Global reach, local execution</a:t>
            </a:r>
          </a:p>
          <a:p>
            <a:r>
              <a:t>• Trusted partner across sectors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AZT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deliver isolated products.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9659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integrated operational capability.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34440" y="27889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accountability across multiple suppliers and workstreams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Full-cycle support from structuring and sourcing to deployment and sustainment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for government, commercial, humanitarian, and industrial applications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t>AZT LLC</a:t>
            </a:r>
          </a:p>
          <a:p>
            <a:endParaRPr/>
          </a:p>
          <a:p>
            <a:r>
              <a:t>Delivering mission-ready capability across government and commercial sectors</a:t>
            </a:r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5544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capability assembled and delivered end-to-end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paired with operational execution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74520" y="4480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Operational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On-screen Show (4:3)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AZT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AZT LLC Strategic and Operational Solutions</dc:title>
  <dc:subject>AZT LLC Integrated Portfolio</dc:subject>
  <dc:creator>OpenAI</dc:creator>
  <cp:lastModifiedBy>Norma Rodas-Svedarsky</cp:lastModifiedBy>
  <cp:revision>2</cp:revision>
  <dcterms:created xsi:type="dcterms:W3CDTF">2026-04-02T16:19:23Z</dcterms:created>
  <dcterms:modified xsi:type="dcterms:W3CDTF">2026-04-02T17:47:50Z</dcterms:modified>
</cp:coreProperties>
</file>